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1" r:id="rId2"/>
    <p:sldId id="1302" r:id="rId3"/>
    <p:sldId id="1303" r:id="rId4"/>
    <p:sldId id="1304" r:id="rId5"/>
    <p:sldId id="1305" r:id="rId6"/>
    <p:sldId id="1294" r:id="rId7"/>
    <p:sldId id="1295" r:id="rId8"/>
    <p:sldId id="1296" r:id="rId9"/>
    <p:sldId id="1299" r:id="rId10"/>
    <p:sldId id="1298" r:id="rId11"/>
    <p:sldId id="1300" r:id="rId12"/>
    <p:sldId id="1301" r:id="rId13"/>
    <p:sldId id="1199" r:id="rId14"/>
  </p:sldIdLst>
  <p:sldSz cx="9144000" cy="5143500" type="screen16x9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3" autoAdjust="0"/>
    <p:restoredTop sz="94340" autoAdjust="0"/>
  </p:normalViewPr>
  <p:slideViewPr>
    <p:cSldViewPr snapToGrid="0">
      <p:cViewPr varScale="1">
        <p:scale>
          <a:sx n="99" d="100"/>
          <a:sy n="99" d="100"/>
        </p:scale>
        <p:origin x="1240" y="2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4e59505f269fc598" providerId="LiveId" clId="{425CEF34-4FDF-43F0-B692-D4548974FDC5}"/>
    <pc:docChg chg="modSld">
      <pc:chgData name="" userId="4e59505f269fc598" providerId="LiveId" clId="{425CEF34-4FDF-43F0-B692-D4548974FDC5}" dt="2021-04-21T15:23:13.291" v="2"/>
      <pc:docMkLst>
        <pc:docMk/>
      </pc:docMkLst>
      <pc:sldChg chg="modSp">
        <pc:chgData name="" userId="4e59505f269fc598" providerId="LiveId" clId="{425CEF34-4FDF-43F0-B692-D4548974FDC5}" dt="2021-04-21T15:23:13.291" v="2"/>
        <pc:sldMkLst>
          <pc:docMk/>
          <pc:sldMk cId="2950005404" sldId="1301"/>
        </pc:sldMkLst>
        <pc:spChg chg="mod">
          <ac:chgData name="" userId="4e59505f269fc598" providerId="LiveId" clId="{425CEF34-4FDF-43F0-B692-D4548974FDC5}" dt="2021-04-21T15:23:13.291" v="2"/>
          <ac:spMkLst>
            <pc:docMk/>
            <pc:sldMk cId="2950005404" sldId="1301"/>
            <ac:spMk id="3" creationId="{3194886F-113F-CA45-B7A3-1992CDDFC94F}"/>
          </ac:spMkLst>
        </pc:spChg>
      </pc:sldChg>
    </pc:docChg>
  </pc:docChgLst>
  <pc:docChgLst>
    <pc:chgData name="Shen Weiran" userId="7077aef4de1ef0ea" providerId="LiveId" clId="{35CD650F-EDC8-8249-B21E-4ED652CB79D5}"/>
    <pc:docChg chg="modSld">
      <pc:chgData name="Shen Weiran" userId="7077aef4de1ef0ea" providerId="LiveId" clId="{35CD650F-EDC8-8249-B21E-4ED652CB79D5}" dt="2021-03-15T10:06:32.043" v="52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429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2025/3/28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9" r:id="rId14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-71479" y="2163054"/>
            <a:ext cx="9286958" cy="400081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面向对象总结</a:t>
            </a: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383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883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83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383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为什么要面向对象编程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对于客观世界更为真实的刻画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可复用性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可拓展性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灵活性</a:t>
            </a:r>
          </a:p>
        </p:txBody>
      </p:sp>
    </p:spTree>
    <p:extLst>
      <p:ext uri="{BB962C8B-B14F-4D97-AF65-F5344CB8AC3E}">
        <p14:creationId xmlns:p14="http://schemas.microsoft.com/office/powerpoint/2010/main" val="3180001367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面向对象编程的特征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封装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继承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/>
              <a:t>多态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动态绑定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消息传递</a:t>
            </a:r>
          </a:p>
        </p:txBody>
      </p:sp>
    </p:spTree>
    <p:extLst>
      <p:ext uri="{BB962C8B-B14F-4D97-AF65-F5344CB8AC3E}">
        <p14:creationId xmlns:p14="http://schemas.microsoft.com/office/powerpoint/2010/main" val="4211410815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一个简单的例子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12" y="874835"/>
            <a:ext cx="6306338" cy="356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09622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一个简单的例子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814" y="845238"/>
            <a:ext cx="3154178" cy="391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98123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类与对象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类：实际概念的抽象模板</a:t>
            </a:r>
            <a:endParaRPr lang="en-US" altLang="zh-CN" dirty="0"/>
          </a:p>
          <a:p>
            <a:pPr lvl="1"/>
            <a:r>
              <a:rPr lang="zh-CN" altLang="en-US" dirty="0"/>
              <a:t>是一种自定义的数据类型</a:t>
            </a:r>
            <a:endParaRPr lang="en-US" altLang="zh-CN" dirty="0"/>
          </a:p>
          <a:p>
            <a:pPr lvl="1"/>
            <a:r>
              <a:rPr lang="zh-CN" altLang="en-US" dirty="0"/>
              <a:t>类内成员（一个比</a:t>
            </a:r>
            <a:r>
              <a:rPr lang="en-US" altLang="zh-CN" dirty="0" err="1"/>
              <a:t>struct</a:t>
            </a:r>
            <a:r>
              <a:rPr lang="zh-CN" altLang="en-US" dirty="0"/>
              <a:t>更为鲜活的概念）</a:t>
            </a:r>
            <a:endParaRPr lang="en-US" altLang="zh-CN" dirty="0"/>
          </a:p>
          <a:p>
            <a:pPr lvl="2"/>
            <a:r>
              <a:rPr lang="zh-CN" altLang="en-US" dirty="0"/>
              <a:t>有数据： 成员变量</a:t>
            </a:r>
            <a:endParaRPr lang="en-US" altLang="zh-CN" dirty="0"/>
          </a:p>
          <a:p>
            <a:pPr lvl="2"/>
            <a:r>
              <a:rPr lang="zh-CN" altLang="en-US" dirty="0"/>
              <a:t>有行为（接口）： 成员函数</a:t>
            </a:r>
            <a:endParaRPr lang="en-US" altLang="zh-CN" dirty="0"/>
          </a:p>
          <a:p>
            <a:pPr lvl="1"/>
            <a:r>
              <a:rPr lang="zh-CN" altLang="en-US" dirty="0"/>
              <a:t>只通过接口进行相关成员变量的访问和修改</a:t>
            </a:r>
            <a:endParaRPr lang="en-US" altLang="zh-CN" dirty="0"/>
          </a:p>
          <a:p>
            <a:pPr lvl="2"/>
            <a:r>
              <a:rPr lang="zh-CN" altLang="en-US" dirty="0"/>
              <a:t>接口约定了一个类所有的对外行为</a:t>
            </a:r>
            <a:endParaRPr lang="en-US" altLang="zh-CN" dirty="0"/>
          </a:p>
          <a:p>
            <a:pPr lvl="1"/>
            <a:r>
              <a:rPr lang="zh-CN" altLang="en-US" dirty="0"/>
              <a:t>访问控制：公有成员、私有成员</a:t>
            </a:r>
            <a:endParaRPr lang="en-US" altLang="zh-CN" dirty="0"/>
          </a:p>
          <a:p>
            <a:r>
              <a:rPr lang="zh-CN" altLang="en-US" dirty="0"/>
              <a:t>对象：类的实例</a:t>
            </a:r>
            <a:endParaRPr lang="en-US" altLang="zh-CN" dirty="0"/>
          </a:p>
          <a:p>
            <a:pPr lvl="1"/>
            <a:r>
              <a:rPr lang="en-US" altLang="zh-CN" dirty="0"/>
              <a:t>1, ‘</a:t>
            </a:r>
            <a:r>
              <a:rPr lang="en-US" altLang="zh-CN" dirty="0" err="1"/>
              <a:t>abc</a:t>
            </a:r>
            <a:r>
              <a:rPr lang="en-US" altLang="zh-CN" dirty="0"/>
              <a:t>’</a:t>
            </a:r>
            <a:r>
              <a:rPr lang="zh-CN" altLang="en-US" dirty="0"/>
              <a:t>等都是对应类的对象</a:t>
            </a:r>
            <a:endParaRPr lang="en-US" altLang="zh-CN" dirty="0"/>
          </a:p>
          <a:p>
            <a:pPr lvl="1"/>
            <a:r>
              <a:rPr lang="zh-CN" altLang="en-US" dirty="0"/>
              <a:t>占内存、有标识、有地址</a:t>
            </a:r>
            <a:endParaRPr lang="en-US" altLang="zh-CN" dirty="0"/>
          </a:p>
          <a:p>
            <a:pPr lvl="1"/>
            <a:r>
              <a:rPr lang="zh-CN" altLang="en-US" dirty="0"/>
              <a:t>对象需要通过创建才能实现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6628667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通过类的构造函数实现</a:t>
            </a:r>
            <a:endParaRPr lang="en-US" altLang="zh-CN" dirty="0"/>
          </a:p>
          <a:p>
            <a:r>
              <a:rPr lang="zh-CN" altLang="en-US" dirty="0"/>
              <a:t>一个对象的产生通常都会对应着一次相应的构造函数的调用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如果你不提供，系统会为你创建一个默认构造函数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666" y="2112515"/>
            <a:ext cx="5604532" cy="248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69683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如果子类</a:t>
            </a:r>
            <a:r>
              <a:rPr lang="zh-CN" altLang="en-US" dirty="0">
                <a:solidFill>
                  <a:srgbClr val="FF0000"/>
                </a:solidFill>
              </a:rPr>
              <a:t>没有</a:t>
            </a:r>
            <a:r>
              <a:rPr lang="zh-CN" altLang="en-US" dirty="0"/>
              <a:t>构造函数，会默认</a:t>
            </a:r>
            <a:r>
              <a:rPr lang="zh-CN" altLang="en-US" dirty="0">
                <a:solidFill>
                  <a:srgbClr val="FF0000"/>
                </a:solidFill>
              </a:rPr>
              <a:t>调用父类</a:t>
            </a:r>
            <a:r>
              <a:rPr lang="zh-CN" altLang="en-US" dirty="0"/>
              <a:t>的构造函数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11" y="1522316"/>
            <a:ext cx="517207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53905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如果子类</a:t>
            </a:r>
            <a:r>
              <a:rPr lang="zh-CN" altLang="en-US" dirty="0">
                <a:solidFill>
                  <a:srgbClr val="FF0000"/>
                </a:solidFill>
              </a:rPr>
              <a:t>有</a:t>
            </a:r>
            <a:r>
              <a:rPr lang="zh-CN" altLang="en-US" dirty="0"/>
              <a:t>构造函数，如果需要</a:t>
            </a:r>
            <a:r>
              <a:rPr lang="zh-CN" altLang="en-US" dirty="0">
                <a:solidFill>
                  <a:srgbClr val="FF0000"/>
                </a:solidFill>
              </a:rPr>
              <a:t>调用父类</a:t>
            </a:r>
            <a:r>
              <a:rPr lang="zh-CN" altLang="en-US" dirty="0"/>
              <a:t>的构造函数，需要</a:t>
            </a:r>
            <a:r>
              <a:rPr lang="zh-CN" altLang="en-US" dirty="0">
                <a:solidFill>
                  <a:srgbClr val="FF0000"/>
                </a:solidFill>
              </a:rPr>
              <a:t>显式调用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276" y="1333786"/>
            <a:ext cx="4907447" cy="311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647917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如果类的构造函数已经包含了参数，创建对象时</a:t>
            </a:r>
            <a:r>
              <a:rPr lang="zh-CN" altLang="en-US" dirty="0">
                <a:solidFill>
                  <a:srgbClr val="FF0000"/>
                </a:solidFill>
              </a:rPr>
              <a:t>需给与正确的参数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746" y="1316529"/>
            <a:ext cx="6536508" cy="322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7638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如果父类的构造函数已经包含了参数，子类调用父类的构造函数时</a:t>
            </a:r>
            <a:r>
              <a:rPr lang="zh-CN" altLang="en-US" dirty="0">
                <a:solidFill>
                  <a:srgbClr val="FF0000"/>
                </a:solidFill>
              </a:rPr>
              <a:t>需要给与正确的参数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84" y="1615347"/>
            <a:ext cx="58388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71806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如果子类没有正确创建父类呢？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44" y="1583346"/>
            <a:ext cx="3891061" cy="256926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322" y="1435321"/>
            <a:ext cx="4468478" cy="286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86848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503FFC9-2DF3-4892-84DB-A2609D41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75804"/>
      </p:ext>
    </p:extLst>
  </p:cSld>
  <p:clrMapOvr>
    <a:masterClrMapping/>
  </p:clrMapOvr>
  <p:transition spd="slow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18978</TotalTime>
  <Words>310</Words>
  <Application>Microsoft Macintosh PowerPoint</Application>
  <PresentationFormat>全屏显示(16:9)</PresentationFormat>
  <Paragraphs>51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Arial</vt:lpstr>
      <vt:lpstr>Calibri</vt:lpstr>
      <vt:lpstr>清风素材 https://12sc.taobao.com/</vt:lpstr>
      <vt:lpstr>PowerPoint 演示文稿</vt:lpstr>
      <vt:lpstr>为什么要面向对象编程</vt:lpstr>
      <vt:lpstr>面向对象编程的特征</vt:lpstr>
      <vt:lpstr>一个简单的例子</vt:lpstr>
      <vt:lpstr>一个简单的例子</vt:lpstr>
      <vt:lpstr>类与对象</vt:lpstr>
      <vt:lpstr>对象的创建</vt:lpstr>
      <vt:lpstr>对象的创建</vt:lpstr>
      <vt:lpstr>对象的创建</vt:lpstr>
      <vt:lpstr>对象的创建</vt:lpstr>
      <vt:lpstr>对象的创建</vt:lpstr>
      <vt:lpstr>对象的创建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BatmanFly</cp:lastModifiedBy>
  <cp:revision>547</cp:revision>
  <dcterms:created xsi:type="dcterms:W3CDTF">2015-01-23T04:02:45Z</dcterms:created>
  <dcterms:modified xsi:type="dcterms:W3CDTF">2025-03-31T05:46:28Z</dcterms:modified>
  <cp:category/>
  <cp:contentStatus>12sc.taobao.com</cp:contentStatus>
</cp:coreProperties>
</file>